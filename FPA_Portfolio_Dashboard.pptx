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 FY24</c:v>
                  </c:pt>
                  <c:pt idx="1">
                    <c:v>Revenue FY25</c:v>
                  </c:pt>
                  <c:pt idx="2">
                    <c:v>EBITDA FY24</c:v>
                  </c:pt>
                  <c:pt idx="3">
                    <c:v>EBITDA FY25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2540</c:v>
                </c:pt>
                <c:pt idx="1">
                  <c:v>2674</c:v>
                </c:pt>
                <c:pt idx="2">
                  <c:v>1569</c:v>
                </c:pt>
                <c:pt idx="3">
                  <c:v>1595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 FY24</c:v>
                  </c:pt>
                  <c:pt idx="1">
                    <c:v>Revenue FY25</c:v>
                  </c:pt>
                  <c:pt idx="2">
                    <c:v>EBITDA FY24</c:v>
                  </c:pt>
                  <c:pt idx="3">
                    <c:v>EBITDA FY25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2711</c:v>
                </c:pt>
                <c:pt idx="1">
                  <c:v>3035</c:v>
                </c:pt>
                <c:pt idx="2">
                  <c:v>1699</c:v>
                </c:pt>
                <c:pt idx="3">
                  <c:v>1864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 FY24</c:v>
                  </c:pt>
                  <c:pt idx="1">
                    <c:v>Revenue FY25</c:v>
                  </c:pt>
                  <c:pt idx="2">
                    <c:v>EBITDA FY24</c:v>
                  </c:pt>
                  <c:pt idx="3">
                    <c:v>EBITDA FY25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2300</c:v>
                </c:pt>
                <c:pt idx="1">
                  <c:v>2206</c:v>
                </c:pt>
                <c:pt idx="2">
                  <c:v>1368</c:v>
                </c:pt>
                <c:pt idx="3">
                  <c:v>1233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FP&amp;A Portfolio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Hoang  |  Senior FP&amp;A Specialist  |  Financial Modeling &amp;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82880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31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3749040"/>
            <a:ext cx="182880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931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29184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3749040"/>
            <a:ext cx="182880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931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39496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49440" y="3749040"/>
            <a:ext cx="182880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931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49808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1  —  HubSpot (HUBS) Enterprise SaaS FP&amp;A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Outputs (Base Case)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$2,540M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 YoY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$2,674M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 YoY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EBITDA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$1,569M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61.8%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2900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EBITDA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$1,595M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 margin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6908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Customers (Y2)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325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219,767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260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+7.1% growth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5448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2120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integrated worksheets</a:t>
            </a:r>
            <a:endParaRPr lang="en-US" sz="11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84248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21208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3-statement model (IS / CF / BS)</a:t>
            </a:r>
            <a:endParaRPr lang="en-US" sz="11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14016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212080" y="2368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toggle (Base / Upside / Downside)</a:t>
            </a:r>
            <a:endParaRPr lang="en-US" sz="11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43784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212080" y="2798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 with WACC build</a:t>
            </a:r>
            <a:endParaRPr lang="en-US" sz="11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273552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1208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 (18-month horizon)</a:t>
            </a:r>
            <a:endParaRPr lang="en-US" sz="11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03320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21208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variance analysis</a:t>
            </a:r>
            <a:endParaRPr lang="en-US" sz="11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133088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21208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KPI tracker (ARR, NRR, CAC, LTV)</a:t>
            </a:r>
            <a:endParaRPr lang="en-US" sz="11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562856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212080" y="45171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delivery pack (README + Checks)</a:t>
            </a:r>
            <a:endParaRPr lang="en-US" sz="110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4846320" y="3657600"/>
          <a:ext cx="3931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8" name="Text 37"/>
          <p:cNvSpPr/>
          <p:nvPr/>
        </p:nvSpPr>
        <p:spPr>
          <a:xfrm>
            <a:off x="484632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 ($M)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2  —  BrewCo Coffee Chain | Small Business Financial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536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3-location coffee chain (Vietnam)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9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Period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 (FY2025–FY2026)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× Customers × Ticket ×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44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+ 2% waste (Base)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2044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47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by ticket size &amp; COGS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23360"/>
            <a:ext cx="6400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Growth / Conservative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Deliverables</a:t>
            </a:r>
            <a:endParaRPr lang="en-US" sz="13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45336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66360" y="1508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Drivers (editable blue cells)</a:t>
            </a:r>
            <a:endParaRPr lang="en-US" sz="11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9384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66360" y="18928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 with auto-updating formulas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313432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66360" y="22768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+ Break-Even + Sensitivity Table</a:t>
            </a:r>
            <a:endParaRPr lang="en-US" sz="11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66360" y="2660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(margins, cash, revenue)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81528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66360" y="30449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(3-case comparison)</a:t>
            </a:r>
            <a:endParaRPr lang="en-US" sz="11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65576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166360" y="3429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README + instructions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84632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Sensitivity (Customers/Day/Location)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4160520"/>
          <a:ext cx="3931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21792"/>
                <a:gridCol w="621792"/>
                <a:gridCol w="621792"/>
                <a:gridCol w="621792"/>
                <a:gridCol w="6217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\ Ticket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3  —  Management Reporting &amp; Variance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TechFlow SaaS — Monthly Reporting Package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53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0876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P&amp;L with Budget vs Actual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9384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8928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waterfall ($ and %)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343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2768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cost breakdown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9748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266090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bridge (price / volume / mix)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8152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7240" y="30449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traffic light dashboard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65576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" y="34290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commentary templates</a:t>
            </a:r>
            <a:endParaRPr lang="en-US" sz="11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49624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77240" y="38130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3-month forecast update</a:t>
            </a:r>
            <a:endParaRPr lang="en-US" sz="1100" dirty="0"/>
          </a:p>
        </p:txBody>
      </p:sp>
      <p:sp>
        <p:nvSpPr>
          <p:cNvPr id="19" name="Text 10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Toolkit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846320" y="150876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846320" y="1508760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3"/>
          <p:cNvSpPr/>
          <p:nvPr/>
        </p:nvSpPr>
        <p:spPr>
          <a:xfrm>
            <a:off x="5029200" y="1536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5029200" y="1728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3-statement, DCF, LBO, SaaS metrics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4846320" y="2039112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4846320" y="2039112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17"/>
          <p:cNvSpPr/>
          <p:nvPr/>
        </p:nvSpPr>
        <p:spPr>
          <a:xfrm>
            <a:off x="5029200" y="20665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029200" y="2258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forecasting, variance, rolling FC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4846320" y="2569464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846320" y="2569464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1"/>
          <p:cNvSpPr/>
          <p:nvPr/>
        </p:nvSpPr>
        <p:spPr>
          <a:xfrm>
            <a:off x="5029200" y="2596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029200" y="2788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Power BI, SQL, SAP S/4HANA FICO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846320" y="3099816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846320" y="3099816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25"/>
          <p:cNvSpPr/>
          <p:nvPr/>
        </p:nvSpPr>
        <p:spPr>
          <a:xfrm>
            <a:off x="5029200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5029200" y="3319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Level 1 | MSc Financial Engineering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846320" y="3630168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846320" y="3630168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29"/>
          <p:cNvSpPr/>
          <p:nvPr/>
        </p:nvSpPr>
        <p:spPr>
          <a:xfrm>
            <a:off x="5029200" y="3657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029200" y="3849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Tech, Manufacturing, F&amp;B, SMB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2"/>
          <p:cNvSpPr/>
          <p:nvPr/>
        </p:nvSpPr>
        <p:spPr>
          <a:xfrm>
            <a:off x="457200" y="4434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discuss your FP&amp;A project?  →  minhhoang1289@gmail.com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FP&amp;A Portfolio — Executive Summary</dc:title>
  <dc:subject>PptxGenJS Presentation</dc:subject>
  <dc:creator>Minh Hoang</dc:creator>
  <cp:lastModifiedBy>Minh Hoang</cp:lastModifiedBy>
  <cp:revision>1</cp:revision>
  <dcterms:created xsi:type="dcterms:W3CDTF">2026-04-02T08:42:47Z</dcterms:created>
  <dcterms:modified xsi:type="dcterms:W3CDTF">2026-04-02T08:42:47Z</dcterms:modified>
</cp:coreProperties>
</file>